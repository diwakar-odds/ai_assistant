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Future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and Beyond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evolving fast.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systems are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